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BF9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1477417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AUDIT REPORT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1782217"/>
            <a:ext cx="7772400" cy="106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spcAft>
                <a:spcPts val="800"/>
              </a:spcAft>
              <a:buNone/>
            </a:pPr>
            <a:r>
              <a:rPr lang="en-US" sz="3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{{AUDIT_NAME}}</a:t>
            </a:r>
            <a:endParaRPr lang="en-US" sz="3800" dirty="0"/>
          </a:p>
          <a:p>
            <a:pPr algn="l" indent="0" marL="0">
              <a:lnSpc>
                <a:spcPts val="4180"/>
              </a:lnSpc>
              <a:spcAft>
                <a:spcPts val="800"/>
              </a:spcAft>
              <a:buNone/>
            </a:pPr>
            <a:r>
              <a:rPr lang="en-US" sz="3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{{AUDIT_YEAR}}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62000" y="2945457"/>
            <a:ext cx="1015901" cy="38100"/>
          </a:xfrm>
          <a:prstGeom prst="rect">
            <a:avLst/>
          </a:prstGeom>
          <a:solidFill>
            <a:srgbClr val="BF9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3288357"/>
            <a:ext cx="11083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2000" y="3447008"/>
            <a:ext cx="11083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{{AUDIT_TYPE}}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58194" y="3288357"/>
            <a:ext cx="2188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58194" y="3447008"/>
            <a:ext cx="21882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{{SCOPE}}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3152" y="3288357"/>
            <a:ext cx="12892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RESULT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13152" y="3447008"/>
            <a:ext cx="486817" cy="219075"/>
          </a:xfrm>
          <a:prstGeom prst="roundRect">
            <a:avLst>
              <a:gd name="adj" fmla="val 17391"/>
            </a:avLst>
          </a:prstGeom>
          <a:solidFill>
            <a:srgbClr val="BF9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40102" y="3485108"/>
            <a:ext cx="2375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{{OVERALL_RESULT}}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86749" y="3288357"/>
            <a:ext cx="5440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86749" y="3447008"/>
            <a:ext cx="5440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{{OWNER}}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2326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203150"/>
            <a:ext cx="2868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06301" y="336500"/>
            <a:ext cx="28681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{{FULL_NAME}}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4800" y="980926"/>
            <a:ext cx="4165550" cy="933301"/>
          </a:xfrm>
          <a:prstGeom prst="roundRect">
            <a:avLst>
              <a:gd name="adj" fmla="val 54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8613" y="980926"/>
            <a:ext cx="0" cy="933301"/>
          </a:xfrm>
          <a:prstGeom prst="line">
            <a:avLst/>
          </a:prstGeom>
          <a:noFill/>
          <a:ln w="47625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126" y="1133326"/>
            <a:ext cx="38377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RESULT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126" y="1311027"/>
            <a:ext cx="38377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{{OVERALL_RESULT}}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0126" y="1628477"/>
            <a:ext cx="38377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{{STATUS_SUMMARY}}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4800" y="2066627"/>
            <a:ext cx="4165550" cy="1025426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8613" y="2066627"/>
            <a:ext cx="0" cy="1025426"/>
          </a:xfrm>
          <a:prstGeom prst="line">
            <a:avLst/>
          </a:prstGeom>
          <a:noFill/>
          <a:ln w="47625">
            <a:solidFill>
              <a:srgbClr val="BF9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126" y="2219027"/>
            <a:ext cx="38377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30126" y="2396728"/>
            <a:ext cx="3837774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{{DESCRIPTION}}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4800" y="3244453"/>
            <a:ext cx="4165550" cy="891927"/>
          </a:xfrm>
          <a:prstGeom prst="roundRect">
            <a:avLst>
              <a:gd name="adj" fmla="val 569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28613" y="3244453"/>
            <a:ext cx="0" cy="891927"/>
          </a:xfrm>
          <a:prstGeom prst="line">
            <a:avLst/>
          </a:prstGeom>
          <a:noFill/>
          <a:ln w="47625">
            <a:solidFill>
              <a:srgbClr val="BF9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126" y="3396853"/>
            <a:ext cx="38377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0126" y="3574554"/>
            <a:ext cx="11928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START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30126" y="3714155"/>
            <a:ext cx="11928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{{SCHED_START}}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126" y="3869680"/>
            <a:ext cx="11928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{{ACT_START}}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26568" y="3574554"/>
            <a:ext cx="11930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END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826568" y="3714155"/>
            <a:ext cx="11930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{{SCHED_END}}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26568" y="3869680"/>
            <a:ext cx="11930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{{ACT_END}}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123158" y="3574554"/>
            <a:ext cx="11928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HOURS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123158" y="3714155"/>
            <a:ext cx="11928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{{EST_HOURS}}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23158" y="3869680"/>
            <a:ext cx="11928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{{ACT_HOURS}}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73501" y="980926"/>
            <a:ext cx="4165699" cy="866626"/>
          </a:xfrm>
          <a:prstGeom prst="roundRect">
            <a:avLst>
              <a:gd name="adj" fmla="val 586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97313" y="980926"/>
            <a:ext cx="0" cy="866626"/>
          </a:xfrm>
          <a:prstGeom prst="line">
            <a:avLst/>
          </a:prstGeom>
          <a:noFill/>
          <a:ln w="47625">
            <a:solidFill>
              <a:srgbClr val="BF9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8827" y="1133326"/>
            <a:ext cx="38379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PERIOD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98827" y="1311027"/>
            <a:ext cx="38379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{{AUDIT_PERIOD}}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98827" y="1561802"/>
            <a:ext cx="3837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{{PERIOD_SUB}}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73501" y="1999952"/>
            <a:ext cx="4165699" cy="866626"/>
          </a:xfrm>
          <a:prstGeom prst="roundRect">
            <a:avLst>
              <a:gd name="adj" fmla="val 586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97313" y="1999952"/>
            <a:ext cx="0" cy="866626"/>
          </a:xfrm>
          <a:prstGeom prst="line">
            <a:avLst/>
          </a:prstGeom>
          <a:noFill/>
          <a:ln w="47625">
            <a:solidFill>
              <a:srgbClr val="BF9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8827" y="2152352"/>
            <a:ext cx="38379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 ENTITY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98827" y="2330053"/>
            <a:ext cx="38379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{{ENTITY_NAME}}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98827" y="2580829"/>
            <a:ext cx="3837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{{ENTITY_SCOPE}}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73501" y="3018979"/>
            <a:ext cx="4165699" cy="949226"/>
          </a:xfrm>
          <a:prstGeom prst="roundRect">
            <a:avLst>
              <a:gd name="adj" fmla="val 5352"/>
            </a:avLst>
          </a:prstGeom>
          <a:solidFill>
            <a:srgbClr val="FEF9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697313" y="3018979"/>
            <a:ext cx="0" cy="949226"/>
          </a:xfrm>
          <a:prstGeom prst="line">
            <a:avLst/>
          </a:prstGeom>
          <a:noFill/>
          <a:ln w="47625">
            <a:solidFill>
              <a:srgbClr val="E67E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8827" y="3145929"/>
            <a:ext cx="38379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ATTENTION REQUIRED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98827" y="3326904"/>
            <a:ext cx="383792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{{ATTENTION_NOTE}}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627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203150"/>
            <a:ext cx="84980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{{PHASES_HEADER}}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06301" y="361801"/>
            <a:ext cx="84980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Status 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4800" y="955328"/>
            <a:ext cx="2038350" cy="650677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04800" y="974378"/>
            <a:ext cx="2038350" cy="0"/>
          </a:xfrm>
          <a:prstGeom prst="line">
            <a:avLst/>
          </a:prstGeom>
          <a:noFill/>
          <a:ln w="381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3906" y="1094929"/>
            <a:ext cx="182013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{{PHASES_COMPLETED}}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3906" y="1390204"/>
            <a:ext cx="18201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70100" y="955328"/>
            <a:ext cx="2038499" cy="650677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470100" y="974378"/>
            <a:ext cx="2038499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9205" y="1094929"/>
            <a:ext cx="182029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{{PHASES_IN_PROGRESS}}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79205" y="1390204"/>
            <a:ext cx="18202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35550" y="955328"/>
            <a:ext cx="2038350" cy="650677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35550" y="974378"/>
            <a:ext cx="203835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44656" y="1094929"/>
            <a:ext cx="182013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{{PHASES_NOT_STARTED}}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44656" y="1390204"/>
            <a:ext cx="18201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00850" y="955328"/>
            <a:ext cx="2038350" cy="650677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800850" y="974378"/>
            <a:ext cx="203835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9956" y="1094929"/>
            <a:ext cx="182013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{{PHASES_CHANGES_REQUIRED}}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09956" y="1390204"/>
            <a:ext cx="18201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REQUIRED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04800" y="1907530"/>
            <a:ext cx="4165550" cy="0"/>
          </a:xfrm>
          <a:prstGeom prst="line">
            <a:avLst/>
          </a:prstGeom>
          <a:noFill/>
          <a:ln w="19050">
            <a:solidFill>
              <a:srgbClr val="BF9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4800" y="1732955"/>
            <a:ext cx="42488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 (11)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04800" y="198045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7051" y="1967805"/>
            <a:ext cx="35856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 Send notification letter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035772" y="1967805"/>
            <a:ext cx="4432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04800" y="214550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57051" y="2132856"/>
            <a:ext cx="35856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01-02 Initial project discussion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035772" y="2132856"/>
            <a:ext cx="4432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04800" y="231055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57051" y="2297906"/>
            <a:ext cx="35856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01-03 Discuss budget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035772" y="2297906"/>
            <a:ext cx="4432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04800" y="247560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57051" y="2462957"/>
            <a:ext cx="35856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01-04 Review regulations &amp; guidance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035772" y="2462957"/>
            <a:ext cx="4432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04800" y="264065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57051" y="2628007"/>
            <a:ext cx="35856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01-05 Review prior reports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035772" y="2628007"/>
            <a:ext cx="4432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04800" y="2819995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57051" y="2807345"/>
            <a:ext cx="26357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01-06 Complete risk assessment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104555" y="2793057"/>
            <a:ext cx="13931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Review: Changes Required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04800" y="2999333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57051" y="2986683"/>
            <a:ext cx="35856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01-07 Prepare process flow charts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035772" y="2986683"/>
            <a:ext cx="4432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04800" y="3164384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57051" y="3151733"/>
            <a:ext cx="35856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01-08 Request preliminary data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035772" y="3151733"/>
            <a:ext cx="4432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04800" y="3329434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57051" y="3316784"/>
            <a:ext cx="35856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01-09 Complete planning memo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035772" y="3316784"/>
            <a:ext cx="4432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04800" y="3494484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57051" y="3481834"/>
            <a:ext cx="35856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01-10 Complete scope matrix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035772" y="3481834"/>
            <a:ext cx="4432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04800" y="3659535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57051" y="3646884"/>
            <a:ext cx="35050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01-11 Hold Opening meeting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956745" y="3646884"/>
            <a:ext cx="5238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673501" y="1907530"/>
            <a:ext cx="4165699" cy="0"/>
          </a:xfrm>
          <a:prstGeom prst="line">
            <a:avLst/>
          </a:prstGeom>
          <a:noFill/>
          <a:ln w="19050">
            <a:solidFill>
              <a:srgbClr val="BF9A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73501" y="1732955"/>
            <a:ext cx="42490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WORK (3)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673501" y="198045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825752" y="1967805"/>
            <a:ext cx="34994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02-01 Test Trade AR Listing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319939" y="1967805"/>
            <a:ext cx="5296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673501" y="214550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4825752" y="2132856"/>
            <a:ext cx="34994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02-02 Determine Existence of Balance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8319939" y="2132856"/>
            <a:ext cx="5296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673501" y="231055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4825752" y="2297906"/>
            <a:ext cx="34994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02-03 Establish Proper Cutoff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8319939" y="2297906"/>
            <a:ext cx="5296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673501" y="2688282"/>
            <a:ext cx="4165699" cy="0"/>
          </a:xfrm>
          <a:prstGeom prst="line">
            <a:avLst/>
          </a:prstGeom>
          <a:noFill/>
          <a:ln w="19050">
            <a:solidFill>
              <a:srgbClr val="BF9A4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73501" y="2513707"/>
            <a:ext cx="42490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(4)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4673501" y="2761208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4825752" y="2748558"/>
            <a:ext cx="3505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03-01 Prepare Draft Report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8325594" y="2748558"/>
            <a:ext cx="5238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673501" y="2926259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4825752" y="2913608"/>
            <a:ext cx="3505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03-02 Review Draft Report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8325594" y="2913608"/>
            <a:ext cx="5238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673501" y="3091309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4825752" y="3078659"/>
            <a:ext cx="3505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03-03 Prepare Final Report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8325594" y="3078659"/>
            <a:ext cx="5238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673501" y="3256359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4825752" y="3243709"/>
            <a:ext cx="3505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03-04 Review Final Report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8325594" y="3243709"/>
            <a:ext cx="5238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673501" y="3634085"/>
            <a:ext cx="4165699" cy="0"/>
          </a:xfrm>
          <a:prstGeom prst="line">
            <a:avLst/>
          </a:prstGeom>
          <a:noFill/>
          <a:ln w="19050">
            <a:solidFill>
              <a:srgbClr val="BF9A4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673501" y="3459510"/>
            <a:ext cx="42490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REVIEW (2)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4673501" y="3707011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4825752" y="3694361"/>
            <a:ext cx="3505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04-01 Hold Exit Conference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8325594" y="3694361"/>
            <a:ext cx="5238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4673501" y="3872061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4825752" y="3859411"/>
            <a:ext cx="3505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04-02 Close Audit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8325594" y="3859411"/>
            <a:ext cx="5238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304800" y="4130725"/>
            <a:ext cx="853440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04800" y="4224338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444401" y="4211687"/>
            <a:ext cx="5009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1087934" y="4224338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91"/>
          <p:cNvSpPr/>
          <p:nvPr/>
        </p:nvSpPr>
        <p:spPr>
          <a:xfrm>
            <a:off x="1227534" y="4211687"/>
            <a:ext cx="5296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1899196" y="4224338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2038796" y="4211687"/>
            <a:ext cx="5238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2704802" y="4224338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Text 95"/>
          <p:cNvSpPr/>
          <p:nvPr/>
        </p:nvSpPr>
        <p:spPr>
          <a:xfrm>
            <a:off x="2844403" y="4211687"/>
            <a:ext cx="8637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Required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627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203150"/>
            <a:ext cx="84980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{{FINDINGS_TOTAL_HEADER}}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06301" y="361801"/>
            <a:ext cx="84980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{{FINDINGS_SUBTITLE}}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4800" y="955328"/>
            <a:ext cx="2038350" cy="622102"/>
          </a:xfrm>
          <a:prstGeom prst="roundRect">
            <a:avLst>
              <a:gd name="adj" fmla="val 81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04800" y="974378"/>
            <a:ext cx="203835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3906" y="1094929"/>
            <a:ext cx="18201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{{FINDINGS_OPEN}}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3906" y="1361629"/>
            <a:ext cx="18201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70100" y="955328"/>
            <a:ext cx="2038499" cy="622102"/>
          </a:xfrm>
          <a:prstGeom prst="roundRect">
            <a:avLst>
              <a:gd name="adj" fmla="val 81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470100" y="974378"/>
            <a:ext cx="2038499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9205" y="1094929"/>
            <a:ext cx="18202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{{FINDINGS_REPORTABLE}}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79205" y="1361629"/>
            <a:ext cx="18202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REPORTABLE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35550" y="955328"/>
            <a:ext cx="2038350" cy="622102"/>
          </a:xfrm>
          <a:prstGeom prst="roundRect">
            <a:avLst>
              <a:gd name="adj" fmla="val 81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35550" y="974378"/>
            <a:ext cx="203835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44656" y="1094929"/>
            <a:ext cx="18201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{{FINDINGS_HIGH}}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44656" y="1361629"/>
            <a:ext cx="18201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PRIORITY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00850" y="955328"/>
            <a:ext cx="2038350" cy="622102"/>
          </a:xfrm>
          <a:prstGeom prst="roundRect">
            <a:avLst>
              <a:gd name="adj" fmla="val 81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800850" y="974378"/>
            <a:ext cx="203835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9956" y="1094929"/>
            <a:ext cx="18201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{{FINDINGS_SIG_IMPACT}}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09956" y="1361629"/>
            <a:ext cx="18201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IMPACT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04800" y="1704380"/>
            <a:ext cx="8534400" cy="764679"/>
          </a:xfrm>
          <a:prstGeom prst="roundRect">
            <a:avLst>
              <a:gd name="adj" fmla="val 66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36674" y="1831330"/>
            <a:ext cx="685651" cy="1905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20445" y="1869430"/>
            <a:ext cx="5181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{{F1_PRIO_BADGE}}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2501" y="2072580"/>
            <a:ext cx="794147" cy="155377"/>
          </a:xfrm>
          <a:prstGeom prst="roundRect">
            <a:avLst>
              <a:gd name="adj" fmla="val 16347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9228" y="2097881"/>
            <a:ext cx="6806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{{F1_IMPACT_BADGE}}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454348" y="1831330"/>
            <a:ext cx="73512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{{F1_HEADER}}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454348" y="1970931"/>
            <a:ext cx="73512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{{F1_DESC}}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454348" y="2202507"/>
            <a:ext cx="3224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821210" y="2177207"/>
            <a:ext cx="411956" cy="164902"/>
          </a:xfrm>
          <a:prstGeom prst="roundRect">
            <a:avLst>
              <a:gd name="adj" fmla="val 15403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897410" y="2202507"/>
            <a:ext cx="2647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{{F1_STATUS}}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410867" y="2202507"/>
            <a:ext cx="5355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Reportable: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986683" y="2177207"/>
            <a:ext cx="327571" cy="164902"/>
          </a:xfrm>
          <a:prstGeom prst="roundRect">
            <a:avLst>
              <a:gd name="adj" fmla="val 15403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062883" y="2202507"/>
            <a:ext cx="1786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{{F1_REPORTABLE}}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491954" y="2202507"/>
            <a:ext cx="621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 Owner: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152156" y="2202507"/>
            <a:ext cx="6911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{{F1_OWNER}}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07471" y="2202507"/>
            <a:ext cx="8405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882283" y="2202507"/>
            <a:ext cx="6850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{{F1_REC}}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04800" y="2596009"/>
            <a:ext cx="8534400" cy="948779"/>
          </a:xfrm>
          <a:prstGeom prst="roundRect">
            <a:avLst>
              <a:gd name="adj" fmla="val 53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82501" y="2722959"/>
            <a:ext cx="685651" cy="19050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66272" y="2761059"/>
            <a:ext cx="5181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{{F2_PRIO_BADGE}}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42181" y="2964210"/>
            <a:ext cx="566291" cy="155377"/>
          </a:xfrm>
          <a:prstGeom prst="roundRect">
            <a:avLst>
              <a:gd name="adj" fmla="val 16347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01187" y="2989511"/>
            <a:ext cx="4482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{{F2_IMPACT_BADGE}}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345853" y="2722959"/>
            <a:ext cx="74619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{{F2_HEADER}}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345853" y="2862560"/>
            <a:ext cx="74619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{{F2_DESC}}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345853" y="3068836"/>
            <a:ext cx="74619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{{F2_REC}}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345853" y="3278237"/>
            <a:ext cx="3224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712714" y="3252936"/>
            <a:ext cx="411956" cy="164902"/>
          </a:xfrm>
          <a:prstGeom prst="roundRect">
            <a:avLst>
              <a:gd name="adj" fmla="val 15403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788914" y="3278237"/>
            <a:ext cx="2647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{{F2_STATUS}}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302371" y="3278237"/>
            <a:ext cx="5355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Reportable: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878187" y="3252936"/>
            <a:ext cx="327571" cy="164902"/>
          </a:xfrm>
          <a:prstGeom prst="roundRect">
            <a:avLst>
              <a:gd name="adj" fmla="val 15403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2954387" y="3278237"/>
            <a:ext cx="1786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{{F2_REPORTABLE}}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383459" y="3278237"/>
            <a:ext cx="7828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 Response: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201716" y="3278237"/>
            <a:ext cx="15374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{{F2_RESP}}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04800" y="3671739"/>
            <a:ext cx="8534400" cy="948779"/>
          </a:xfrm>
          <a:prstGeom prst="roundRect">
            <a:avLst>
              <a:gd name="adj" fmla="val 53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99331" y="3798689"/>
            <a:ext cx="685651" cy="190500"/>
          </a:xfrm>
          <a:prstGeom prst="roundRect">
            <a:avLst>
              <a:gd name="adj" fmla="val 2000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83102" y="3836789"/>
            <a:ext cx="5181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{{F3_PRIO_BADGE}}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82501" y="4039939"/>
            <a:ext cx="919311" cy="155377"/>
          </a:xfrm>
          <a:prstGeom prst="roundRect">
            <a:avLst>
              <a:gd name="adj" fmla="val 16347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37976" y="4065240"/>
            <a:ext cx="80836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{{F3_IMPACT_BADGE}}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1579513" y="3798689"/>
            <a:ext cx="72236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{{F3_HEADER}}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579513" y="3938290"/>
            <a:ext cx="72236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{{F3_DESC}}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579513" y="4144566"/>
            <a:ext cx="72236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{{F3_REC}}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579513" y="4353967"/>
            <a:ext cx="3224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1946374" y="4328666"/>
            <a:ext cx="411956" cy="164902"/>
          </a:xfrm>
          <a:prstGeom prst="roundRect">
            <a:avLst>
              <a:gd name="adj" fmla="val 15403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2022574" y="4353967"/>
            <a:ext cx="2647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{{F3_STATUS}}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2536031" y="4353967"/>
            <a:ext cx="5355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Reportable: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3111847" y="4328666"/>
            <a:ext cx="282327" cy="164902"/>
          </a:xfrm>
          <a:prstGeom prst="roundRect">
            <a:avLst>
              <a:gd name="adj" fmla="val 15403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3188047" y="4353967"/>
            <a:ext cx="1325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{{F3_REPORTABLE}}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3571875" y="4353967"/>
            <a:ext cx="621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 Owner: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232077" y="4353967"/>
            <a:ext cx="7464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{{F3_OWNER}}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627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203150"/>
            <a:ext cx="84980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{{ISSUES_TOTAL_HEADER}}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06301" y="361801"/>
            <a:ext cx="84980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{{ISSUES_SUBTITLE}}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4800" y="980777"/>
            <a:ext cx="2038350" cy="622102"/>
          </a:xfrm>
          <a:prstGeom prst="roundRect">
            <a:avLst>
              <a:gd name="adj" fmla="val 81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04800" y="999827"/>
            <a:ext cx="203835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3906" y="1120378"/>
            <a:ext cx="18201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{{ISSUES_OPEN}}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3906" y="1387078"/>
            <a:ext cx="18201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70100" y="980777"/>
            <a:ext cx="2038499" cy="622102"/>
          </a:xfrm>
          <a:prstGeom prst="roundRect">
            <a:avLst>
              <a:gd name="adj" fmla="val 81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470100" y="999827"/>
            <a:ext cx="2038499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9205" y="1120378"/>
            <a:ext cx="18202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{{ISSUES_OVERDUE}}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79205" y="1387078"/>
            <a:ext cx="18202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35550" y="980777"/>
            <a:ext cx="2038350" cy="622102"/>
          </a:xfrm>
          <a:prstGeom prst="roundRect">
            <a:avLst>
              <a:gd name="adj" fmla="val 81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35550" y="999827"/>
            <a:ext cx="203835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44656" y="1120378"/>
            <a:ext cx="18201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{{ISSUES_HIGH}}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44656" y="1387078"/>
            <a:ext cx="18201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{{I1_PRIO_BADGE}}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00850" y="980777"/>
            <a:ext cx="2038350" cy="622102"/>
          </a:xfrm>
          <a:prstGeom prst="roundRect">
            <a:avLst>
              <a:gd name="adj" fmla="val 81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800850" y="999827"/>
            <a:ext cx="203835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9956" y="1120378"/>
            <a:ext cx="18201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{{ISSUES_EVAL_IN_PROGRESS}}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09956" y="1387078"/>
            <a:ext cx="18201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IN PROGRESS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04800" y="1755279"/>
            <a:ext cx="8534400" cy="1095375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33375" y="1755279"/>
            <a:ext cx="0" cy="1095375"/>
          </a:xfrm>
          <a:prstGeom prst="line">
            <a:avLst/>
          </a:prstGeom>
          <a:noFill/>
          <a:ln w="5715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100" y="1907679"/>
            <a:ext cx="964704" cy="1905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66601" y="1945779"/>
            <a:ext cx="7769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PRIORITY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656755" y="1920478"/>
            <a:ext cx="411956" cy="164902"/>
          </a:xfrm>
          <a:prstGeom prst="roundRect">
            <a:avLst>
              <a:gd name="adj" fmla="val 15403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732955" y="1945779"/>
            <a:ext cx="2647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{{I1_STATUS}}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195661" y="1920478"/>
            <a:ext cx="1767185" cy="164902"/>
          </a:xfrm>
          <a:prstGeom prst="roundRect">
            <a:avLst>
              <a:gd name="adj" fmla="val 15403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284512" y="1945779"/>
            <a:ext cx="16212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{{I1_DUE_BADGE}}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5100" y="2174379"/>
            <a:ext cx="82323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{{I1_HEADER}}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5100" y="2307729"/>
            <a:ext cx="82323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{{I1_DESC}}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5100" y="2460129"/>
            <a:ext cx="13329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STATUS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65100" y="2564904"/>
            <a:ext cx="13329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{{I1_RESOLUTION}}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075111" y="2460129"/>
            <a:ext cx="76661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 BY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075111" y="2564904"/>
            <a:ext cx="766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{{I1_OVERDUE_BY}}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04800" y="3003054"/>
            <a:ext cx="8534400" cy="1330226"/>
          </a:xfrm>
          <a:prstGeom prst="roundRect">
            <a:avLst>
              <a:gd name="adj" fmla="val 38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333375" y="3003054"/>
            <a:ext cx="0" cy="1330226"/>
          </a:xfrm>
          <a:prstGeom prst="line">
            <a:avLst/>
          </a:prstGeom>
          <a:noFill/>
          <a:ln w="57150">
            <a:solidFill>
              <a:srgbClr val="E67E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5100" y="3155454"/>
            <a:ext cx="1122611" cy="19050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66601" y="3193554"/>
            <a:ext cx="9380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{{I2_PRIO_BADGE}}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814661" y="3168253"/>
            <a:ext cx="411956" cy="164902"/>
          </a:xfrm>
          <a:prstGeom prst="roundRect">
            <a:avLst>
              <a:gd name="adj" fmla="val 15403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890861" y="3193554"/>
            <a:ext cx="2647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{{I2_STATUS}}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353568" y="3168253"/>
            <a:ext cx="1707059" cy="164902"/>
          </a:xfrm>
          <a:prstGeom prst="roundRect">
            <a:avLst>
              <a:gd name="adj" fmla="val 15403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2442418" y="3193554"/>
            <a:ext cx="15599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{{I2_DUE_BADGE}}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65100" y="3422154"/>
            <a:ext cx="82323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{{I2_HEADER}}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5100" y="3555504"/>
            <a:ext cx="82323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{{I2_DESC}}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65100" y="3707904"/>
            <a:ext cx="82323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{{I2_SUBDESC}}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65100" y="3942755"/>
            <a:ext cx="13329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STATUS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65100" y="4047530"/>
            <a:ext cx="13329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{{I2_RESOLUTION}}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075111" y="3942755"/>
            <a:ext cx="76661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 BY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075111" y="4047530"/>
            <a:ext cx="766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{{I2_OVERDUE_BY}}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627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203150"/>
            <a:ext cx="84980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RECOMMENDED ACTIONS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06301" y="361801"/>
            <a:ext cx="84980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4800" y="955328"/>
            <a:ext cx="1451670" cy="6858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869" y="1069628"/>
            <a:ext cx="124753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{{TOTAL_PHASES}}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06869" y="1393478"/>
            <a:ext cx="12475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PHASES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57970" y="955328"/>
            <a:ext cx="1470868" cy="685800"/>
          </a:xfrm>
          <a:prstGeom prst="roundRect">
            <a:avLst>
              <a:gd name="adj" fmla="val 7407"/>
            </a:avLst>
          </a:prstGeom>
          <a:solidFill>
            <a:srgbClr val="FDEDEC"/>
          </a:solidFill>
          <a:ln w="9525">
            <a:solidFill>
              <a:srgbClr val="FADB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969563" y="1079153"/>
            <a:ext cx="124768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{{FINDINGS_OPEN}}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969563" y="1403003"/>
            <a:ext cx="1247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OPEN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30339" y="955328"/>
            <a:ext cx="1470720" cy="685800"/>
          </a:xfrm>
          <a:prstGeom prst="roundRect">
            <a:avLst>
              <a:gd name="adj" fmla="val 7407"/>
            </a:avLst>
          </a:prstGeom>
          <a:solidFill>
            <a:srgbClr val="FDEDEC"/>
          </a:solidFill>
          <a:ln w="9525">
            <a:solidFill>
              <a:srgbClr val="FADB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41934" y="1079153"/>
            <a:ext cx="124753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{{ISSUES_OPEN}}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41934" y="1403003"/>
            <a:ext cx="12475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OPEN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04800" y="1742629"/>
            <a:ext cx="46881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4800" y="1987004"/>
            <a:ext cx="660202" cy="183952"/>
          </a:xfrm>
          <a:prstGeom prst="roundRect">
            <a:avLst>
              <a:gd name="adj" fmla="val 13808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68201" y="2012305"/>
            <a:ext cx="5440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6502" y="1987004"/>
            <a:ext cx="391124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{{OBS_1_TEXT}}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4800" y="2383185"/>
            <a:ext cx="660202" cy="183952"/>
          </a:xfrm>
          <a:prstGeom prst="roundRect">
            <a:avLst>
              <a:gd name="adj" fmla="val 13808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68201" y="2408486"/>
            <a:ext cx="5440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6502" y="2383185"/>
            <a:ext cx="391124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{{OBS_2_TEXT}}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4800" y="2779365"/>
            <a:ext cx="679252" cy="183952"/>
          </a:xfrm>
          <a:prstGeom prst="roundRect">
            <a:avLst>
              <a:gd name="adj" fmla="val 13808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68201" y="2804666"/>
            <a:ext cx="5634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5552" y="2779365"/>
            <a:ext cx="389181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{{OBS_3_TEXT}}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04800" y="3175546"/>
            <a:ext cx="679252" cy="183952"/>
          </a:xfrm>
          <a:prstGeom prst="roundRect">
            <a:avLst>
              <a:gd name="adj" fmla="val 13808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8201" y="3200846"/>
            <a:ext cx="5634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5552" y="3175546"/>
            <a:ext cx="389181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{{OBS_4_TEXT}}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04800" y="3571726"/>
            <a:ext cx="476101" cy="183952"/>
          </a:xfrm>
          <a:prstGeom prst="roundRect">
            <a:avLst>
              <a:gd name="adj" fmla="val 13808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68201" y="3597027"/>
            <a:ext cx="3562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82402" y="3571726"/>
            <a:ext cx="409903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{{OBS_5_TEXT}}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78760" y="955328"/>
            <a:ext cx="3760440" cy="895201"/>
          </a:xfrm>
          <a:prstGeom prst="roundRect">
            <a:avLst>
              <a:gd name="adj" fmla="val 567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078760" y="974378"/>
            <a:ext cx="376044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6461" y="1120378"/>
            <a:ext cx="34731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AUDIT RESULT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56461" y="1272778"/>
            <a:ext cx="34731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{{OVERALL_RESULT}}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256461" y="1590229"/>
            <a:ext cx="34731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{{RESULT_STATUS_SUB}}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78760" y="1952030"/>
            <a:ext cx="3760440" cy="2456557"/>
          </a:xfrm>
          <a:prstGeom prst="roundRect">
            <a:avLst>
              <a:gd name="adj" fmla="val 2068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256461" y="2104430"/>
            <a:ext cx="34731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56461" y="2339280"/>
            <a:ext cx="1080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38626" y="2339280"/>
            <a:ext cx="328733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{{REC_1}}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56461" y="2722662"/>
            <a:ext cx="1080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38626" y="2722662"/>
            <a:ext cx="328733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{{REC_2}}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256461" y="3106043"/>
            <a:ext cx="1080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38626" y="3106043"/>
            <a:ext cx="328733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{{REC_3}}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256461" y="3489424"/>
            <a:ext cx="1080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38626" y="3489424"/>
            <a:ext cx="328733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{{REC_4}}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256461" y="3872805"/>
            <a:ext cx="1080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38626" y="3872805"/>
            <a:ext cx="328733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{{REC_5}}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Accounts Receivable 2018 — Audit Report</dc:title>
  <dc:subject>Internal Audit Report</dc:subject>
  <dc:creator>IBM OpenPages</dc:creator>
  <cp:lastModifiedBy>IBM OpenPages</cp:lastModifiedBy>
  <cp:revision>1</cp:revision>
  <dcterms:created xsi:type="dcterms:W3CDTF">2026-09-11T15:18:53Z</dcterms:created>
  <dcterms:modified xsi:type="dcterms:W3CDTF">2026-09-11T15:18:53Z</dcterms:modified>
</cp:coreProperties>
</file>